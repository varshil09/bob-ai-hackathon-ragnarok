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hyperlink" Target="http://127.0.0.1:5500" TargetMode="External"/><Relationship Id="rId6" Type="http://schemas.openxmlformats.org/officeDocument/2006/relationships/hyperlink" Target="http://127.0.0.1:8000/docs" TargetMode="External"/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6190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CHAKRA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447727"/>
            <a:ext cx="10795524" cy="80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Crime Intelligence Console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698086" y="3556496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Turning unstructured crime reports into actionable intelligence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8086" y="4149824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8086" y="4449366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Team Ragnarok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Varshil Parmar · Vikram Prajapati · Darshan Sankhala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98086" y="4992886"/>
            <a:ext cx="1985020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0" y="5052715"/>
            <a:ext cx="235529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IBM BOB AI HACKATHON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9656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India's Crime Data is Broken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082205"/>
            <a:ext cx="398949" cy="398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730500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Siloed FIRs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143448"/>
            <a:ext cx="343228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Thousands of First Information Reports filed daily — each a plain text narrative with no structure, no tags, no links. Pattern connections between crimes go completely undetected.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704" y="2082205"/>
            <a:ext cx="398949" cy="3989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704" y="2730500"/>
            <a:ext cx="343228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Repeat Offender Gap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9704" y="3436739"/>
            <a:ext cx="343228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same criminal operates across 5 districts under 3 aliases. No system links these cases by behavior. Investigations restart from zero each time.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1322" y="2082205"/>
            <a:ext cx="398949" cy="3989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1322" y="2730500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Intelligence Delay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61322" y="3143448"/>
            <a:ext cx="343228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Senior officers have no real-time dashboard. Briefings are manually compiled — slow and incomplete. Analysts spend hours on pattern work that should take seconds.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698086" y="4963716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4B3F0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510" y="5254327"/>
            <a:ext cx="249330" cy="1994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46266" y="5212953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1,000 FIRs. Multiple states. Identical modus operandi. Zero connections made — until CHAKRA.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773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CHAKRA — What We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386384"/>
            <a:ext cx="11405108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full-stack crime intelligence platform that reads, connects, and explains.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1819870"/>
            <a:ext cx="5321365" cy="2158802"/>
          </a:xfrm>
          <a:prstGeom prst="roundRect">
            <a:avLst>
              <a:gd name="adj" fmla="val 1213"/>
            </a:avLst>
          </a:prstGeom>
          <a:solidFill>
            <a:srgbClr val="304755"/>
          </a:solidFill>
          <a:ln/>
        </p:spPr>
      </p:sp>
      <p:sp>
        <p:nvSpPr>
          <p:cNvPr id="5" name="Shape 3"/>
          <p:cNvSpPr/>
          <p:nvPr/>
        </p:nvSpPr>
        <p:spPr>
          <a:xfrm>
            <a:off x="872607" y="1994396"/>
            <a:ext cx="523564" cy="523577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570" y="2138363"/>
            <a:ext cx="235539" cy="2355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2607" y="2670671"/>
            <a:ext cx="497232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 Dashboard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2607" y="3018929"/>
            <a:ext cx="4972322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KPIs: total FIRs, arrest rates, estimated losses, high-priority cases. Bar and pie charts for crime type, time-of-day, and state breakdown.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145" y="1819870"/>
            <a:ext cx="5321465" cy="2158802"/>
          </a:xfrm>
          <a:prstGeom prst="roundRect">
            <a:avLst>
              <a:gd name="adj" fmla="val 1213"/>
            </a:avLst>
          </a:prstGeom>
          <a:solidFill>
            <a:srgbClr val="304755"/>
          </a:solidFill>
          <a:ln/>
        </p:spPr>
      </p:sp>
      <p:sp>
        <p:nvSpPr>
          <p:cNvPr id="10" name="Shape 7"/>
          <p:cNvSpPr/>
          <p:nvPr/>
        </p:nvSpPr>
        <p:spPr>
          <a:xfrm>
            <a:off x="6346666" y="1994396"/>
            <a:ext cx="523564" cy="523577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629" y="2138363"/>
            <a:ext cx="235539" cy="2355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46666" y="2670671"/>
            <a:ext cx="497242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Repeat Offender Fingerprinting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46666" y="3018929"/>
            <a:ext cx="4972422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Behavioral fingerprint = crime type + MO + weapon + vehicle + time + location. Same signature across districts = automatic flag.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98086" y="4131370"/>
            <a:ext cx="5321365" cy="2158802"/>
          </a:xfrm>
          <a:prstGeom prst="roundRect">
            <a:avLst>
              <a:gd name="adj" fmla="val 1213"/>
            </a:avLst>
          </a:prstGeom>
          <a:solidFill>
            <a:srgbClr val="304755"/>
          </a:solidFill>
          <a:ln/>
        </p:spPr>
      </p:sp>
      <p:sp>
        <p:nvSpPr>
          <p:cNvPr id="15" name="Shape 11"/>
          <p:cNvSpPr/>
          <p:nvPr/>
        </p:nvSpPr>
        <p:spPr>
          <a:xfrm>
            <a:off x="872607" y="4305895"/>
            <a:ext cx="523564" cy="523577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570" y="4449862"/>
            <a:ext cx="235539" cy="2355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2607" y="4982170"/>
            <a:ext cx="497232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Criminal Network Graph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72607" y="5330428"/>
            <a:ext cx="4972322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Interactive node graph linking accused, FIRs, states, and MO. Bob-powered natural-language search: </a:t>
            </a:r>
            <a:pPr algn="l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"Show all motorcycle snatching gangs in Maharashtra."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72145" y="4131370"/>
            <a:ext cx="5321465" cy="2158802"/>
          </a:xfrm>
          <a:prstGeom prst="roundRect">
            <a:avLst>
              <a:gd name="adj" fmla="val 1213"/>
            </a:avLst>
          </a:prstGeom>
          <a:solidFill>
            <a:srgbClr val="304755"/>
          </a:solidFill>
          <a:ln/>
        </p:spPr>
      </p:sp>
      <p:sp>
        <p:nvSpPr>
          <p:cNvPr id="20" name="Shape 15"/>
          <p:cNvSpPr/>
          <p:nvPr/>
        </p:nvSpPr>
        <p:spPr>
          <a:xfrm>
            <a:off x="6346666" y="4305895"/>
            <a:ext cx="523564" cy="523577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90629" y="4449862"/>
            <a:ext cx="235539" cy="2355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46666" y="4982170"/>
            <a:ext cx="497242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Bob AI Integration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46666" y="5330428"/>
            <a:ext cx="4972422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Ask questions in plain English. Auto-generate FIR narratives. Smart classification, offender briefs, station summaries — grounded, no hallucinations.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5769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See It In Action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243336"/>
            <a:ext cx="1456792" cy="9003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3392984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 Dashboard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805932"/>
            <a:ext cx="25118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1,000 FIRs, 6 KPI cards, crime type chart, time-bucket breakdown.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274" y="2243336"/>
            <a:ext cx="1456792" cy="9003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9274" y="3392984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Network Graph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459274" y="3805932"/>
            <a:ext cx="25118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Accused nodes linked to FIRs, states, and MO. Repeat clusters highlighted.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63" y="2243336"/>
            <a:ext cx="1456792" cy="9003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0463" y="3392984"/>
            <a:ext cx="251185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Repeat Offender Panel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220463" y="4099223"/>
            <a:ext cx="25118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Fingerprint clusters, cross-state gangs flagged, confidence scores.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652" y="2243336"/>
            <a:ext cx="1456892" cy="9004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81652" y="3393083"/>
            <a:ext cx="25119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Ask CHAKRA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981652" y="3806031"/>
            <a:ext cx="251195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Natural-language Q&amp;A grounded in FIR data, with source citations.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98086" y="5281116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Live at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u="sng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http://127.0.0.1:5500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API at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u="sng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http://127.0.0.1:8000/docs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How CHAKRA Works — System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8086" y="3902273"/>
            <a:ext cx="3951387" cy="643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clean five-layer stack — from raw FIR ingestion through AI-powered analysis to real-time dashboards and natural-language Q&amp;A.</a:t>
            </a:r>
            <a:endParaRPr lang="en-US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Every layer is modular. Every engine is independently testable.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Bob features work offline in mock mode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with deterministic rule-based fallbacks — zero dependency on a live API key for demo.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8312" y="972641"/>
            <a:ext cx="6502237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83915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Where Bob is Load-Bearing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404739"/>
            <a:ext cx="11405108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9 distinct Bob-powered capabilities — each one irreplaceable.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902222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Extraction &amp; Grounding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98086" y="2262584"/>
            <a:ext cx="5203893" cy="145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Entity Extraction</a:t>
            </a:r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pulls accused names, aliases, MO, weapons, vehicles from raw narrative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Grounded Q&amp;A</a:t>
            </a:r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answers analyst questions using only retrieved FIRs; fabricated IDs auto-rejected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Narrative Generator</a:t>
            </a:r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converts structured fields into formal FIR paragraphs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8086" y="3848100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Classification &amp; Briefing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8086" y="4208463"/>
            <a:ext cx="5203893" cy="1230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FIR Classifier</a:t>
            </a:r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rates severity, urgency, victim risk; suggests BNS sections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Taxonomy Normalizer</a:t>
            </a:r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maps descriptions to canonical taxonomy; flags new crime types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Offender Case Brief</a:t>
            </a:r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5-paragraph brief: Profile → Pattern → Evolution → Network → Action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6066" y="1902222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Intelligence &amp; Ingestion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96066" y="2262584"/>
            <a:ext cx="5203893" cy="145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Station Briefing</a:t>
            </a:r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Bob produces a 5-sentence commander summary; every number grounded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Network Query Parser</a:t>
            </a:r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translates "motorcycle gangs in UP" into structured SQL filters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Smart Ingest</a:t>
            </a:r>
            <a:pPr algn="l" marL="254000" indent="-25400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paste a messy WhatsApp complaint; Bob fills all 39 FIR fields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8086" y="5625703"/>
            <a:ext cx="10795524" cy="548382"/>
          </a:xfrm>
          <a:prstGeom prst="roundRect">
            <a:avLst>
              <a:gd name="adj" fmla="val 4348"/>
            </a:avLst>
          </a:prstGeom>
          <a:solidFill>
            <a:srgbClr val="02234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030" y="5805289"/>
            <a:ext cx="198631" cy="1589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14606" y="5791994"/>
            <a:ext cx="10729644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Anti-hallucination by design: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strict system prompts, refusal scripts, post-response FIR ID validation, schema enforcement on every structured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4985"/>
            <a:ext cx="10795524" cy="1099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CHAKRA Becomes Beyond the Hackathon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125563"/>
            <a:ext cx="3598475" cy="7480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5009" y="3048893"/>
            <a:ext cx="32246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Immediate · 0–3 Months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85009" y="3429099"/>
            <a:ext cx="3224628" cy="115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Deploy at any station via CSV export from CCTNS. Reduce pattern analysis from hours to seconds. Every station head gets a daily AI-generated briefing.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560" y="2125563"/>
            <a:ext cx="3598475" cy="7480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3484" y="3048893"/>
            <a:ext cx="32246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Scale · 3–12 Months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483484" y="3429099"/>
            <a:ext cx="3224628" cy="115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Connect districts and states for cross-jurisdictional repeat offender detection. Integrate directly with CCTNS. Real-time ingestion of new FIRs as filed.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35" y="2125563"/>
            <a:ext cx="3598475" cy="7480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81959" y="3048893"/>
            <a:ext cx="32246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Vision · 1–3 Years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8081959" y="3429099"/>
            <a:ext cx="3224628" cy="115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Predictive hotspot mapping. National-level gang and alias network discovery. Bob becomes the analyst for every SHO in India.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98086" y="5065911"/>
            <a:ext cx="3452428" cy="61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1K</a:t>
            </a:r>
            <a:endParaRPr lang="en-US" sz="4850" dirty="0"/>
          </a:p>
        </p:txBody>
      </p:sp>
      <p:sp>
        <p:nvSpPr>
          <p:cNvPr id="13" name="Text 8"/>
          <p:cNvSpPr/>
          <p:nvPr/>
        </p:nvSpPr>
        <p:spPr>
          <a:xfrm>
            <a:off x="698086" y="5907980"/>
            <a:ext cx="34524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FIRs Processed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369584" y="5065911"/>
            <a:ext cx="3452428" cy="61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</a:t>
            </a:r>
            <a:endParaRPr lang="en-US" sz="4850" dirty="0"/>
          </a:p>
        </p:txBody>
      </p:sp>
      <p:sp>
        <p:nvSpPr>
          <p:cNvPr id="15" name="Text 10"/>
          <p:cNvSpPr/>
          <p:nvPr/>
        </p:nvSpPr>
        <p:spPr>
          <a:xfrm>
            <a:off x="4369584" y="5907980"/>
            <a:ext cx="34524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Bob Capabilities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041082" y="5065911"/>
            <a:ext cx="3452528" cy="61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4850" dirty="0"/>
          </a:p>
        </p:txBody>
      </p:sp>
      <p:sp>
        <p:nvSpPr>
          <p:cNvPr id="17" name="Text 12"/>
          <p:cNvSpPr/>
          <p:nvPr/>
        </p:nvSpPr>
        <p:spPr>
          <a:xfrm>
            <a:off x="8041082" y="5907980"/>
            <a:ext cx="34525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Platform for Every Station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CHAKRA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379538"/>
            <a:ext cx="10795524" cy="154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Intelligence. Instantly. At Every Station.</a:t>
            </a:r>
            <a:endParaRPr lang="en-US" sz="4850" dirty="0"/>
          </a:p>
        </p:txBody>
      </p:sp>
      <p:sp>
        <p:nvSpPr>
          <p:cNvPr id="4" name="Shape 2"/>
          <p:cNvSpPr/>
          <p:nvPr/>
        </p:nvSpPr>
        <p:spPr>
          <a:xfrm>
            <a:off x="698086" y="3242072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3518793"/>
            <a:ext cx="11405108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Team Ragnarok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Varshil Parmar · Vikram Prajapati · Darshan Sankhala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323" y="4029025"/>
            <a:ext cx="285148" cy="2851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5905" y="4019550"/>
            <a:ext cx="2829648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Built on IBM Bob AI — grounded, explainable, anti-hallucination by design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301" y="4029025"/>
            <a:ext cx="285148" cy="2851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89884" y="4019550"/>
            <a:ext cx="2829648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Full-stack: FastAPI backend + SQLite + Vanilla JS frontend — runs anywhere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7280" y="4029025"/>
            <a:ext cx="285148" cy="2851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63862" y="4019550"/>
            <a:ext cx="2829648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Open to integration: CCTNS, state police portals, mobile field officers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83233" y="5318026"/>
            <a:ext cx="11119961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Every FIR tells a story. CHAKRA connects them all.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98086" y="5114230"/>
            <a:ext cx="25399" cy="704552"/>
          </a:xfrm>
          <a:prstGeom prst="roundRect">
            <a:avLst>
              <a:gd name="adj" fmla="val 50001"/>
            </a:avLst>
          </a:prstGeom>
          <a:solidFill>
            <a:srgbClr val="0A988B"/>
          </a:solidFill>
          <a:ln/>
        </p:spPr>
      </p:sp>
      <p:sp>
        <p:nvSpPr>
          <p:cNvPr id="14" name="Shape 9"/>
          <p:cNvSpPr/>
          <p:nvPr/>
        </p:nvSpPr>
        <p:spPr>
          <a:xfrm>
            <a:off x="698086" y="6022578"/>
            <a:ext cx="4191590" cy="288727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12085" y="6079530"/>
            <a:ext cx="4573175" cy="174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IBM BOB AI HACKATHON SUBMISSION — TEAM RAGNAROK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A988B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2026-09-28T09:24:16Z</dcterms:created>
  <dcterms:modified xsi:type="dcterms:W3CDTF">2026-09-28T09:24:16Z</dcterms:modified>
</cp:coreProperties>
</file>